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21" r:id="rId2"/>
    <p:sldId id="322" r:id="rId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E8B9E-00BD-4182-A485-1072926C135B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77898-3E29-485A-9E08-7AE6C8F7AB3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18863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1435330-5725-CF9F-18ED-B4E35BC3A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0F27ECE4-9AC8-AA8C-2D22-D139A904A3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5714E044-427D-C79F-8682-4F39445E49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255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AAFAE8A-7EBC-AC60-C581-1E1CC77B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B08AB511-BAB0-E93D-A060-DC33520D87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FC32A904-E803-0B07-61A9-50D5B90238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551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84F1B-34DF-1E02-B042-CF75546E15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135A85-0C3C-8F1E-190C-30BEFB001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FF80602-5F14-6E43-B8CC-865DC0154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82B0-AD76-4880-B36A-7729C162A46E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32FAE29-ADDC-EE5C-8B19-627CB3877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3B3DC5C-1AD7-7275-4EF1-A8BE5FD2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9989-D729-472E-A2CF-077A79D0706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317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44189-FBE6-BB2E-D198-CFA0BBB22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2CAD3A5-589B-D3B4-FB0B-09CF5702D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5896CF7-B07D-49B0-EB25-942E8B192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82B0-AD76-4880-B36A-7729C162A46E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23C2897-28D2-C979-7C9F-F0C3233A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8B4A688-0291-B881-88D8-42AFB961A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9989-D729-472E-A2CF-077A79D0706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70428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BDAE33-F042-DD76-E903-A27677EBD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5601C58-6673-478F-E403-6407C9B62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7A22E47-0B0B-5792-9A2C-398BAFB27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82B0-AD76-4880-B36A-7729C162A46E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FFEF1BF-27DF-BF6F-3A4C-EA6738FB1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AD568ED-9BE5-68C1-1DFE-BD1A53EA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9989-D729-472E-A2CF-077A79D0706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58593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1248B-111A-0033-D4DD-9FE8FFA7E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5986E85-C7B5-CB37-97C4-409DA90C41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EFBE2E14-25F3-B602-62C3-BEA6630A7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3EC6848-E4B0-826F-4F23-056DCA45E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82B0-AD76-4880-B36A-7729C162A46E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5F165AA-87EC-4658-F29C-FE168D1D0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546A087-6F5C-3B5D-76CC-D16BF9369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9989-D729-472E-A2CF-077A79D0706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5267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D6DD8C-C571-6DD0-CA1B-7ECF9FC5D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0652362-08D1-C586-5662-00B95B9BD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E7A3CF6B-F93D-F9B7-C423-56A449065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DFBEF7C9-8E1F-C3A4-DDF0-854A424FE6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58BBF176-FE3E-D9E3-171F-B12E3376A4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58500635-7AC1-52C8-7726-9DC7CA79B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82B0-AD76-4880-B36A-7729C162A46E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80D1F028-FA47-79F5-84BC-425E5FDF6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97B96ECF-E922-EA56-4FD4-75D6E94BA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9989-D729-472E-A2CF-077A79D0706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50144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817D9-2776-03F4-2871-2C1FCC516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EFE1F029-B737-4892-FEC3-67783D2DB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82B0-AD76-4880-B36A-7729C162A46E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FA4E4ED2-5E4A-C0BE-E0CF-706FF320E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B75F686B-5627-B181-7EC7-F707FE3F8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9989-D729-472E-A2CF-077A79D0706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69879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09C16262-07E9-79A1-BDEC-31841762D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82B0-AD76-4880-B36A-7729C162A46E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468BBCAB-C98C-A86C-F979-78B871A9E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ABBB52D-3587-CE2C-4783-98A0DC2B7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9989-D729-472E-A2CF-077A79D0706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2362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8BEB8A-586A-0BC1-6BED-C81FA4D9B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97D8570-FC2E-F5AC-2F94-4618160AA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805DF5C-7E2B-E673-89CF-9C5AE0E71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39EF12C-CDDD-DF95-F87C-9F88F5DE9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82B0-AD76-4880-B36A-7729C162A46E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2FAF03F-8005-384B-A5AB-E506E8964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B2CA6A8-986B-F594-98AB-E4ADEC3DA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9989-D729-472E-A2CF-077A79D0706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33155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1A38D6-6358-4C67-A3A2-52EA6442B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15ADC2F8-5E06-88FC-ED0A-53A5845732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AF0256CF-D196-C140-4591-1D351AE0A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0E4A053-94A4-86B9-66EC-25846E2D1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82B0-AD76-4880-B36A-7729C162A46E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34FDEA8-2115-9342-E3C6-2C893E085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6E4BC28-781E-873C-7B21-9B175D21F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9989-D729-472E-A2CF-077A79D0706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4689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7A17A-93A9-4A93-EB20-DE2FECE70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84BEB8E9-FE1E-B178-EEDE-7E3BCE118C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5D39ED1-9658-9B5C-042A-833E2E12E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82B0-AD76-4880-B36A-7729C162A46E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DB84B17-13BC-41A1-EFFB-F6A78C488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7689E03-8606-53B1-83E3-D87113E9D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9989-D729-472E-A2CF-077A79D0706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67792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C9BFA1F-7580-1D58-198E-82C5B490B3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2F5F1BA3-1A05-DF21-9649-289C85FA4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19F9DE2-78ED-1018-9AED-0D7C883BE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82B0-AD76-4880-B36A-7729C162A46E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60E87E3-32C4-F8F7-AC2E-EB3418A8D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73022D5-9434-F9BF-519F-F384BB113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9989-D729-472E-A2CF-077A79D0706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7599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DC09E190-8BD7-6F44-34F3-EDA464F4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B87C3C7-324F-47B1-5304-843CDCFE1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98C03B0-14F6-7B2B-BB3A-58B78FA2DD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7C82B0-AD76-4880-B36A-7729C162A46E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8929775-527E-3188-392F-585774AED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6B4F289-EEFD-F588-EDB1-673BBAC86A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BB9989-D729-472E-A2CF-077A79D0706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8240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50A11BD-E71B-4BB5-7B64-25515501E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E13C590A-10F7-A685-A84C-E2DD59DE1F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PT" noProof="0" smtClean="0"/>
              <a:pPr/>
              <a:t>1</a:t>
            </a:fld>
            <a:endParaRPr lang="pt-PT" noProof="0" dirty="0"/>
          </a:p>
        </p:txBody>
      </p:sp>
      <p:pic>
        <p:nvPicPr>
          <p:cNvPr id="5" name="Picture 4" descr="OPENCoastS">
            <a:extLst>
              <a:ext uri="{FF2B5EF4-FFF2-40B4-BE49-F238E27FC236}">
                <a16:creationId xmlns:a16="http://schemas.microsoft.com/office/drawing/2014/main" id="{34643FFD-99E7-1C45-5D1D-EF1EA2442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5125" y="72000"/>
            <a:ext cx="1907791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272379BE-36AB-138D-3F90-FD76861BB6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4" t="33493" r="19538" b="34519"/>
          <a:stretch>
            <a:fillRect/>
          </a:stretch>
        </p:blipFill>
        <p:spPr>
          <a:xfrm>
            <a:off x="8269018" y="72000"/>
            <a:ext cx="1537021" cy="576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5F822FD-5C8C-9B63-5DFB-F4FFAB698D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964" y="360000"/>
            <a:ext cx="6096000" cy="243569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6DA9510-4883-FE19-5A7B-98691FE1CAD9}"/>
              </a:ext>
            </a:extLst>
          </p:cNvPr>
          <p:cNvSpPr txBox="1"/>
          <p:nvPr/>
        </p:nvSpPr>
        <p:spPr>
          <a:xfrm>
            <a:off x="336430" y="3500729"/>
            <a:ext cx="112800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Método de Identificação em Anel Fechado: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Direta: Determina-se  anel aberto diretamente das medições de </a:t>
            </a:r>
            <a:r>
              <a:rPr lang="pt-PT" b="1" dirty="0" err="1"/>
              <a:t>i</a:t>
            </a:r>
            <a:r>
              <a:rPr lang="pt-PT" b="1" baseline="-25000" dirty="0" err="1"/>
              <a:t>sv</a:t>
            </a:r>
            <a:r>
              <a:rPr lang="pt-PT" dirty="0"/>
              <a:t> e </a:t>
            </a:r>
            <a:r>
              <a:rPr lang="pt-PT" b="1" dirty="0" err="1"/>
              <a:t>x</a:t>
            </a:r>
            <a:r>
              <a:rPr lang="pt-PT" b="1" baseline="-25000" dirty="0" err="1"/>
              <a:t>T</a:t>
            </a:r>
            <a:r>
              <a:rPr lang="pt-PT" dirty="0"/>
              <a:t> , descartando efeito do feedback</a:t>
            </a:r>
            <a:endParaRPr lang="pt-PT" baseline="-25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Indireto: Determina-se anel fechado através do </a:t>
            </a:r>
            <a:r>
              <a:rPr lang="pt-PT" b="1" i="1" dirty="0" err="1"/>
              <a:t>drv</a:t>
            </a:r>
            <a:r>
              <a:rPr lang="pt-PT" dirty="0"/>
              <a:t> e </a:t>
            </a:r>
            <a:r>
              <a:rPr lang="pt-PT" b="1" dirty="0" err="1"/>
              <a:t>x</a:t>
            </a:r>
            <a:r>
              <a:rPr lang="pt-PT" b="1" baseline="-25000" dirty="0" err="1"/>
              <a:t>T</a:t>
            </a:r>
            <a:r>
              <a:rPr lang="pt-PT" dirty="0"/>
              <a:t> , e,  com conhecimento do controlador, determina-se anel aberto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2FCC291-B04A-ECCC-9D91-EF18EA03591B}"/>
              </a:ext>
            </a:extLst>
          </p:cNvPr>
          <p:cNvSpPr txBox="1"/>
          <p:nvPr/>
        </p:nvSpPr>
        <p:spPr>
          <a:xfrm>
            <a:off x="336430" y="5344038"/>
            <a:ext cx="8936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rgbClr val="FF0000"/>
                </a:solidFill>
              </a:rPr>
              <a:t>Problema: </a:t>
            </a:r>
            <a:r>
              <a:rPr lang="pt-PT" dirty="0"/>
              <a:t>Existia uma disparidade entre os resultados obtidos com os dois métodos!</a:t>
            </a:r>
          </a:p>
        </p:txBody>
      </p:sp>
    </p:spTree>
    <p:extLst>
      <p:ext uri="{BB962C8B-B14F-4D97-AF65-F5344CB8AC3E}">
        <p14:creationId xmlns:p14="http://schemas.microsoft.com/office/powerpoint/2010/main" val="1986038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1F7CD0A-1A66-B7F8-34F6-2C14A941B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A7432613-2FED-C06E-A854-D43046F895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PT" noProof="0" smtClean="0"/>
              <a:pPr/>
              <a:t>2</a:t>
            </a:fld>
            <a:endParaRPr lang="pt-PT" noProof="0" dirty="0"/>
          </a:p>
        </p:txBody>
      </p:sp>
      <p:pic>
        <p:nvPicPr>
          <p:cNvPr id="5" name="Picture 4" descr="OPENCoastS">
            <a:extLst>
              <a:ext uri="{FF2B5EF4-FFF2-40B4-BE49-F238E27FC236}">
                <a16:creationId xmlns:a16="http://schemas.microsoft.com/office/drawing/2014/main" id="{56846E71-BA07-12F5-37A0-DF908E990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5125" y="72000"/>
            <a:ext cx="1907791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3A1CE226-DEB6-43BF-8465-BF95216421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4" t="33493" r="19538" b="34519"/>
          <a:stretch>
            <a:fillRect/>
          </a:stretch>
        </p:blipFill>
        <p:spPr>
          <a:xfrm>
            <a:off x="8269018" y="72000"/>
            <a:ext cx="1537021" cy="576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1B47C29-8E7B-2C65-61BF-7D2A86C61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975" y="72000"/>
            <a:ext cx="6096000" cy="243569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0B1735F-32C4-8A66-B802-6CB3A1803D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" y="2627971"/>
            <a:ext cx="10810875" cy="4158029"/>
          </a:xfrm>
          <a:prstGeom prst="rect">
            <a:avLst/>
          </a:prstGeom>
        </p:spPr>
      </p:pic>
      <p:cxnSp>
        <p:nvCxnSpPr>
          <p:cNvPr id="2" name="Conexão reta unidirecional 1">
            <a:extLst>
              <a:ext uri="{FF2B5EF4-FFF2-40B4-BE49-F238E27FC236}">
                <a16:creationId xmlns:a16="http://schemas.microsoft.com/office/drawing/2014/main" id="{6E65429C-6A00-2331-CB4D-2401BC052024}"/>
              </a:ext>
            </a:extLst>
          </p:cNvPr>
          <p:cNvCxnSpPr>
            <a:cxnSpLocks/>
          </p:cNvCxnSpPr>
          <p:nvPr/>
        </p:nvCxnSpPr>
        <p:spPr>
          <a:xfrm flipV="1">
            <a:off x="7349706" y="2216989"/>
            <a:ext cx="810883" cy="83676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D165AA89-E488-6F7D-8A3F-052BE25A9496}"/>
              </a:ext>
            </a:extLst>
          </p:cNvPr>
          <p:cNvSpPr txBox="1"/>
          <p:nvPr/>
        </p:nvSpPr>
        <p:spPr>
          <a:xfrm>
            <a:off x="7507857" y="1233523"/>
            <a:ext cx="4684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Procedimento: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Definição de </a:t>
            </a:r>
            <a:r>
              <a:rPr lang="pt-PT" dirty="0" err="1"/>
              <a:t>setpoint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Medição de posição e ação de controlo</a:t>
            </a:r>
          </a:p>
        </p:txBody>
      </p:sp>
    </p:spTree>
    <p:extLst>
      <p:ext uri="{BB962C8B-B14F-4D97-AF65-F5344CB8AC3E}">
        <p14:creationId xmlns:p14="http://schemas.microsoft.com/office/powerpoint/2010/main" val="10940055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73</Words>
  <Application>Microsoft Office PowerPoint</Application>
  <PresentationFormat>Ecrã Panorâmico</PresentationFormat>
  <Paragraphs>9</Paragraphs>
  <Slides>2</Slides>
  <Notes>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Afonso Costa Henrique</dc:creator>
  <cp:lastModifiedBy>Afonso Costa Henrique</cp:lastModifiedBy>
  <cp:revision>1</cp:revision>
  <dcterms:created xsi:type="dcterms:W3CDTF">2025-12-03T13:52:11Z</dcterms:created>
  <dcterms:modified xsi:type="dcterms:W3CDTF">2025-12-03T14:34:38Z</dcterms:modified>
</cp:coreProperties>
</file>